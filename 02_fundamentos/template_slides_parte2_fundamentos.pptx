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4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5852160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FFFFFF"/>
                </a:solidFill>
                <a:latin typeface="Calibri"/>
              </a:rPr>
              <a:t>Humus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Educação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| </a:t>
            </a:r>
            <a:r>
              <a:rPr lang="pt-BR" sz="2200" b="1">
                <a:solidFill>
                  <a:srgbClr val="FFFFFF"/>
                </a:solidFill>
                <a:latin typeface="Calibri"/>
              </a:rPr>
              <a:t>5</a:t>
            </a:r>
            <a:r>
              <a:rPr sz="2200" b="1">
                <a:solidFill>
                  <a:srgbClr val="FFFFFF"/>
                </a:solidFill>
                <a:latin typeface="Calibri"/>
              </a:rPr>
              <a:t> de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novembro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86868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7ED957"/>
                </a:solidFill>
                <a:latin typeface="Calibri"/>
              </a:rPr>
              <a:t>Inteligência artificial na gestão escolar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154680"/>
            <a:ext cx="384048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81144" y="311353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56692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Uso estratégico, ético e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5852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Profa. Dra. Mary Grace Pereira Andrioli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828800"/>
            <a:ext cx="8229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9ABE2"/>
                </a:solidFill>
                <a:latin typeface="Calibri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8686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Fundamentos, panorama e cultura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703320"/>
            <a:ext cx="32918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443984" y="366217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886200"/>
            <a:ext cx="9144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Entender como a máquina responde para decidir onde ela pode ajudar.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5486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9h30 às 10h20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Três gerações de IA </a:t>
            </a:r>
            <a:r>
              <a:rPr sz="3600" b="1">
                <a:solidFill>
                  <a:srgbClr val="FFFFFF"/>
                </a:solidFill>
                <a:latin typeface="Calibri"/>
              </a:rPr>
              <a:t>convivem na escola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Elas não se substituem: se somam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preditiva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Classifica e prevê. Ex.: alerta de evasão.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generativa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Produz texto, imagem e áudio a partir de um pedido.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agêntica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Executa uma sequência de passos e devolve um resultado.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Quatro noções </a:t>
            </a:r>
            <a:r>
              <a:rPr sz="3600" b="1">
                <a:solidFill>
                  <a:srgbClr val="FFFFFF"/>
                </a:solidFill>
                <a:latin typeface="Calibri"/>
              </a:rPr>
              <a:t>que explicam acertos e erros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Não é preciso entender de tecnologia, mas saber o que esperar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Predição provável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Compõe a resposta mais provável, não a verdadeira.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Alucinação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fluência que convence também inventa.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Janela de contexto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Há limite para o que a IA "enxerga" de uma vez.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Corte de conhecimento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Pode não saber de fatos e normas recentes.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Pergunta </a:t>
            </a:r>
            <a:r>
              <a:rPr sz="3600" b="1">
                <a:solidFill>
                  <a:srgbClr val="FFFFFF"/>
                </a:solidFill>
                <a:latin typeface="Calibri"/>
              </a:rPr>
              <a:t>para o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Antes da explicação, a hipótese de vocês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10607040" cy="20116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7ED957"/>
                </a:solidFill>
                <a:latin typeface="Calibri"/>
              </a:rPr>
              <a:t>Por que a mesma pergunta gera respostas diferentes?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Respondam em uma palavra no Mentimeter.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97680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Espaço para QR code ou resultado da votação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Quatro plataformas, </a:t>
            </a:r>
            <a:r>
              <a:rPr sz="3600" b="1">
                <a:solidFill>
                  <a:srgbClr val="FFFFFF"/>
                </a:solidFill>
                <a:latin typeface="Calibri"/>
              </a:rPr>
              <a:t>quatro lógicas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Não existe a melhor IA, existe a mais adequada à tarefa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51460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Claude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Documentos longos, projetos e artefatos.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65960"/>
            <a:ext cx="251460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ChatGPT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Uso geral e porta de entrada.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251460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Gemini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Integração com o ambiente Google.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965960"/>
            <a:ext cx="251460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Manus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Execução autônoma de tarefas.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6070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Pergunta-guia: </a:t>
            </a:r>
            <a:r>
              <a:rPr sz="2000" b="0">
                <a:solidFill>
                  <a:srgbClr val="FFFFFF"/>
                </a:solidFill>
                <a:latin typeface="Calibri"/>
              </a:rPr>
              <a:t>há dado pessoal envolvido? Quem confere depois?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Nuvem ou máquina local: </a:t>
            </a:r>
            <a:r>
              <a:rPr sz="3600" b="1">
                <a:solidFill>
                  <a:srgbClr val="FFFFFF"/>
                </a:solidFill>
                <a:latin typeface="Calibri"/>
              </a:rPr>
              <a:t>o que muda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A escolha afeta custo, controle e proteção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166360" cy="25603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FECHADO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Modelo fechado, na nuvem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usa, mas não vê dentro. Preço e termos mudam sem aviso.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65960"/>
            <a:ext cx="5166360" cy="25603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ABERTO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Modelo aberto, local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baixa e roda onde quiser. Os dados não saem da escola.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O gestor como </a:t>
            </a:r>
            <a:r>
              <a:rPr sz="3600" b="1">
                <a:solidFill>
                  <a:srgbClr val="FFFFFF"/>
                </a:solidFill>
                <a:latin typeface="Calibri"/>
              </a:rPr>
              <a:t>curador de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Cultura de dados começa antes da ferramenta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035040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Saber quais dados a escola já tem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Separar dado público, interno e pessoal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Escolher a fonte que a IA pode usar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Conferir antes de decidir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965960"/>
            <a:ext cx="4251960" cy="32918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DESTAQUE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Para lembrar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IA organiza dados; a decisão continua sendo da escola.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Da pergunta </a:t>
            </a:r>
            <a:r>
              <a:rPr sz="3600" b="1">
                <a:solidFill>
                  <a:srgbClr val="FFFFFF"/>
                </a:solidFill>
                <a:latin typeface="Calibri"/>
              </a:rPr>
              <a:t>à decisão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Um ciclo simples para decidir com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1. Pergunta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que preciso saber?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2. Dado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Onde está a informação?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3. Análise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que a IA mostra?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10312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4. Decisão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Quem decide e confere?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Título </a:t>
            </a:r>
            <a:r>
              <a:rPr sz="3600" b="1">
                <a:solidFill>
                  <a:srgbClr val="FFFFFF"/>
                </a:solidFill>
                <a:latin typeface="Calibri"/>
              </a:rPr>
              <a:t>com imagem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Subtítulo curto, em até uma linha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120640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Texto principal em 24 pt, com no máximo três frases curtas.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C9D6E0"/>
                </a:solidFill>
                <a:latin typeface="Calibri"/>
              </a:rPr>
              <a:t>Segunda ideia, se necessário.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65960"/>
            <a:ext cx="5029200" cy="338328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29ABE2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C9D6E0"/>
                </a:solidFill>
                <a:latin typeface="Calibri"/>
              </a:rPr>
              <a:t>Espaço para imagem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920240"/>
            <a:ext cx="96012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Para levar ao próximo bloco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3063240"/>
            <a:ext cx="32918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443984" y="302209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337560"/>
            <a:ext cx="96012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7ED957"/>
                </a:solidFill>
                <a:latin typeface="Calibri"/>
              </a:rPr>
              <a:t>Se a IA responde por probabilidade, onde a revisão humana precisa ser obrigatória na sua escola?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800600"/>
            <a:ext cx="7315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seguir: ética, inclusão e matriz de riscos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489</Words>
  <Application>Microsoft Macintosh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Mary Andrioli</cp:lastModifiedBy>
  <cp:revision>8</cp:revision>
  <dcterms:created xsi:type="dcterms:W3CDTF">2013-01-27T09:14:16Z</dcterms:created>
  <dcterms:modified xsi:type="dcterms:W3CDTF">2026-10-25T23:52:06Z</dcterms:modified>
  <cp:category/>
</cp:coreProperties>
</file>